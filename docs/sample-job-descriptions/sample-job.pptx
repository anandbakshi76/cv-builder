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Python Developer - Acme Ltd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Python Developer (Graduate) - Acme Ltd</a:t>
            </a:r>
          </a:p>
          <a:p>
            <a:r>
              <a:t>Company: Acme Ltd</a:t>
            </a:r>
          </a:p>
          <a:p>
            <a:r>
              <a:t>Location: Nottingham (hybrid)</a:t>
            </a:r>
          </a:p>
          <a:p>
            <a:r>
              <a:t>About the role</a:t>
            </a:r>
          </a:p>
          <a:p>
            <a:r>
              <a:t>We are looking for a graduate Python developer to join our small product team building web services for logistics customers.</a:t>
            </a:r>
          </a:p>
          <a:p>
            <a:r>
              <a:t>You will</a:t>
            </a:r>
          </a:p>
          <a:p>
            <a:r>
              <a:t>- Build and maintain REST APIs using Python and Flask</a:t>
            </a:r>
          </a:p>
          <a:p>
            <a:r>
              <a:t>- Write SQL queries and work with PostgreSQL databases</a:t>
            </a:r>
          </a:p>
          <a:p>
            <a:r>
              <a:t>- Package services with Docker and deploy them to AWS</a:t>
            </a:r>
          </a:p>
          <a:p>
            <a:r>
              <a:t>- Use Git and GitHub for version control and code review</a:t>
            </a:r>
          </a:p>
          <a:p>
            <a:r>
              <a:t>- Write automated tests with pytest</a:t>
            </a:r>
          </a:p>
          <a:p>
            <a:r>
              <a:t>- Work closely with the team in an Agile / Scrum environment</a:t>
            </a:r>
          </a:p>
          <a:p>
            <a:r>
              <a:t>You have</a:t>
            </a:r>
          </a:p>
          <a:p>
            <a:r>
              <a:t>- Strong Python skills and an interest in web development</a:t>
            </a:r>
          </a:p>
          <a:p>
            <a:r>
              <a:t>- Good communication and teamwork</a:t>
            </a:r>
          </a:p>
          <a:p>
            <a:r>
              <a:t>- Problem solving and attention to detail</a:t>
            </a:r>
          </a:p>
          <a:p>
            <a:r>
              <a:t>- Experience with JavaScript or React is a bonus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